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71" r:id="rId6"/>
  </p:sldIdLst>
  <p:sldSz cx="30275213" cy="42803763"/>
  <p:notesSz cx="6858000" cy="9144000"/>
  <p:defaultTextStyle>
    <a:defPPr>
      <a:defRPr lang="en-US"/>
    </a:defPPr>
    <a:lvl1pPr marL="0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1pPr>
    <a:lvl2pPr marL="1915502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2pPr>
    <a:lvl3pPr marL="3831005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3pPr>
    <a:lvl4pPr marL="5746507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4pPr>
    <a:lvl5pPr marL="7662009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5pPr>
    <a:lvl6pPr marL="9577512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6pPr>
    <a:lvl7pPr marL="11493014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7pPr>
    <a:lvl8pPr marL="13408517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8pPr>
    <a:lvl9pPr marL="15324019" algn="l" defTabSz="3831005" rtl="0" eaLnBrk="1" latinLnBrk="0" hangingPunct="1">
      <a:defRPr sz="75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5468"/>
    <a:srgbClr val="FFBE00"/>
    <a:srgbClr val="BDE1FD"/>
    <a:srgbClr val="CBE8FD"/>
    <a:srgbClr val="DEF0FE"/>
    <a:srgbClr val="002068"/>
    <a:srgbClr val="0460A9"/>
    <a:srgbClr val="FFECB7"/>
    <a:srgbClr val="E2F2FE"/>
    <a:srgbClr val="D6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2995C-941D-4584-AB76-F96D1779BD24}" v="11" dt="2026-04-22T06:25:22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6327" autoAdjust="0"/>
  </p:normalViewPr>
  <p:slideViewPr>
    <p:cSldViewPr snapToGrid="0" showGuides="1">
      <p:cViewPr varScale="1">
        <p:scale>
          <a:sx n="12" d="100"/>
          <a:sy n="12" d="100"/>
        </p:scale>
        <p:origin x="236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82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Sheet1!$B$2:$B$4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542-40AF-B111-7738C72492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Sheet1!$C$2:$C$4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542-40AF-B111-7738C72492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Sheet1!$D$2:$D$4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5542-40AF-B111-7738C72492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A5C0F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Sheet1!$E$2:$E$4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5542-40AF-B111-7738C724923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7CC68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Sheet1!$F$2:$F$4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5542-40AF-B111-7738C724923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rgbClr val="EFB4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Sheet1!$G$2:$G$4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5542-40AF-B111-7738C724923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rgbClr val="988CC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Sheet1!$H$2:$H$4</c:f>
              <c:numCache>
                <c:formatCode>General</c:formatCode>
                <c:ptCount val="2"/>
                <c:pt idx="0">
                  <c:v>1.5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5542-40AF-B111-7738C724923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rgbClr val="77CEC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Sheet1!$I$2:$I$4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7-5542-40AF-B111-7738C72492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27"/>
        <c:axId val="1865292655"/>
        <c:axId val="587072895"/>
      </c:barChart>
      <c:catAx>
        <c:axId val="1865292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accent6">
                <a:lumMod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072895"/>
        <c:crosses val="autoZero"/>
        <c:auto val="1"/>
        <c:lblAlgn val="ctr"/>
        <c:lblOffset val="100"/>
        <c:noMultiLvlLbl val="0"/>
      </c:catAx>
      <c:valAx>
        <c:axId val="5870728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 b="1"/>
                  <a:t>Axis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6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5292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1A13-4CF4-BA51-EDCA0F1FD5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1A13-4CF4-BA51-EDCA0F1FD5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1A13-4CF4-BA51-EDCA0F1FD5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 cap="rnd">
              <a:solidFill>
                <a:srgbClr val="9CC1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CC1FF"/>
              </a:solidFill>
              <a:ln w="19050">
                <a:solidFill>
                  <a:srgbClr val="9CC1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1A13-4CF4-BA51-EDCA0F1FD5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7CC68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CC68A"/>
              </a:solidFill>
              <a:ln w="9525">
                <a:solidFill>
                  <a:srgbClr val="7CC68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4-1A13-4CF4-BA51-EDCA0F1FD5C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 w="19050" cap="rnd">
              <a:solidFill>
                <a:srgbClr val="EFB44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FB44D"/>
              </a:solidFill>
              <a:ln w="19050">
                <a:solidFill>
                  <a:srgbClr val="EFB44D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1A13-4CF4-BA51-EDCA0F1FD5C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ln w="19050" cap="rnd">
              <a:solidFill>
                <a:srgbClr val="988CC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88CC3"/>
              </a:solidFill>
              <a:ln w="19050">
                <a:solidFill>
                  <a:srgbClr val="988CC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1.5</c:v>
                </c:pt>
                <c:pt idx="1">
                  <c:v>3</c:v>
                </c:pt>
                <c:pt idx="2">
                  <c:v>2.5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6-1A13-4CF4-BA51-EDCA0F1FD5C7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ln w="19050" cap="rnd">
              <a:solidFill>
                <a:srgbClr val="77CEC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7CEC8"/>
              </a:solidFill>
              <a:ln w="19050">
                <a:solidFill>
                  <a:srgbClr val="77CEC8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1A13-4CF4-BA51-EDCA0F1FD5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5292655"/>
        <c:axId val="587072895"/>
      </c:lineChart>
      <c:catAx>
        <c:axId val="1865292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accent6">
                <a:lumMod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072895"/>
        <c:crosses val="autoZero"/>
        <c:auto val="1"/>
        <c:lblAlgn val="ctr"/>
        <c:lblOffset val="100"/>
        <c:noMultiLvlLbl val="0"/>
      </c:catAx>
      <c:valAx>
        <c:axId val="5870728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 b="1"/>
                  <a:t>Axis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6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5292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 w="1905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Sheet1!$B$2:$B$4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F70-4127-B167-3DF0F46E72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Sheet1!$C$2:$C$4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FF70-4127-B167-3DF0F46E72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Sheet1!$D$2:$D$4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FF70-4127-B167-3DF0F46E729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A5C0F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Sheet1!$E$2:$E$4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FF70-4127-B167-3DF0F46E729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7CC68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Sheet1!$F$2:$F$4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FF70-4127-B167-3DF0F46E729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rgbClr val="EFB4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Sheet1!$G$2:$G$4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FF70-4127-B167-3DF0F46E729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rgbClr val="988CC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Sheet1!$H$2:$H$4</c:f>
              <c:numCache>
                <c:formatCode>General</c:formatCode>
                <c:ptCount val="2"/>
                <c:pt idx="0">
                  <c:v>1.5</c:v>
                </c:pt>
                <c:pt idx="1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FF70-4127-B167-3DF0F46E729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rgbClr val="77CEC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  <c:extLst/>
            </c:strRef>
          </c:cat>
          <c:val>
            <c:numRef>
              <c:f>Sheet1!$I$2:$I$4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7-FF70-4127-B167-3DF0F46E7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27"/>
        <c:axId val="1865292655"/>
        <c:axId val="587072895"/>
      </c:barChart>
      <c:catAx>
        <c:axId val="1865292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accent6">
                <a:lumMod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072895"/>
        <c:crosses val="autoZero"/>
        <c:auto val="1"/>
        <c:lblAlgn val="ctr"/>
        <c:lblOffset val="100"/>
        <c:noMultiLvlLbl val="0"/>
      </c:catAx>
      <c:valAx>
        <c:axId val="5870728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Axis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6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5292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0F67-4073-BEC7-A98EEB1C7F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2.7</c:v>
                </c:pt>
                <c:pt idx="1">
                  <c:v>4.4000000000000004</c:v>
                </c:pt>
                <c:pt idx="2">
                  <c:v>1.8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0F67-4073-BEC7-A98EEB1C7F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19050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0F67-4073-BEC7-A98EEB1C7F1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19050" cap="rnd">
              <a:solidFill>
                <a:srgbClr val="9CC1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CC1FF"/>
              </a:solidFill>
              <a:ln w="19050">
                <a:solidFill>
                  <a:srgbClr val="9CC1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0F67-4073-BEC7-A98EEB1C7F1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7CC68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CC68A"/>
              </a:solidFill>
              <a:ln w="9525">
                <a:solidFill>
                  <a:srgbClr val="7CC68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4-0F67-4073-BEC7-A98EEB1C7F1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 w="19050" cap="rnd">
              <a:solidFill>
                <a:srgbClr val="EFB44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FB44D"/>
              </a:solidFill>
              <a:ln w="19050">
                <a:solidFill>
                  <a:srgbClr val="EFB44D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0F67-4073-BEC7-A98EEB1C7F1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ln w="19050" cap="rnd">
              <a:solidFill>
                <a:srgbClr val="988CC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88CC3"/>
              </a:solidFill>
              <a:ln w="19050">
                <a:solidFill>
                  <a:srgbClr val="988CC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1.5</c:v>
                </c:pt>
                <c:pt idx="1">
                  <c:v>3</c:v>
                </c:pt>
                <c:pt idx="2">
                  <c:v>2.5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6-0F67-4073-BEC7-A98EEB1C7F1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ln w="19050" cap="rnd">
              <a:solidFill>
                <a:srgbClr val="77CEC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7CEC8"/>
              </a:solidFill>
              <a:ln w="19050">
                <a:solidFill>
                  <a:srgbClr val="77CEC8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  <c:extLst/>
            </c: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0F67-4073-BEC7-A98EEB1C7F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5292655"/>
        <c:axId val="587072895"/>
      </c:lineChart>
      <c:catAx>
        <c:axId val="1865292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accent6">
                <a:lumMod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072895"/>
        <c:crosses val="autoZero"/>
        <c:auto val="1"/>
        <c:lblAlgn val="ctr"/>
        <c:lblOffset val="100"/>
        <c:noMultiLvlLbl val="0"/>
      </c:catAx>
      <c:valAx>
        <c:axId val="5870728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Axis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6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5292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 w="1905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05393C-279E-C9B0-6414-753F3C5AC3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548BD-3BF5-C546-597C-CDDEBB5060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D6D29-B0AC-4F17-B48C-0DD4C2CD20D2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99E39-A58A-EE61-F03E-E373F660B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A5418-7089-7ED5-A1DA-A7670647F2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E6E49-F2EA-4DFD-BA31-A3CAB8E0D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1501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B3FB0-12FC-4420-880E-3E7AA3DB0B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F80CA-0B62-4806-84EF-87D648B4E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1pPr>
    <a:lvl2pPr marL="1915502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2pPr>
    <a:lvl3pPr marL="3831005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3pPr>
    <a:lvl4pPr marL="5746507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4pPr>
    <a:lvl5pPr marL="7662009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5pPr>
    <a:lvl6pPr marL="9577512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6pPr>
    <a:lvl7pPr marL="11493014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7pPr>
    <a:lvl8pPr marL="13408517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8pPr>
    <a:lvl9pPr marL="15324019" algn="l" defTabSz="3831005" rtl="0" eaLnBrk="1" latinLnBrk="0" hangingPunct="1">
      <a:defRPr sz="50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47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dt="0"/>
  <p:txStyles>
    <p:titleStyle>
      <a:lvl1pPr algn="l" defTabSz="377716" rtl="0" eaLnBrk="1" latinLnBrk="0" hangingPunct="1">
        <a:lnSpc>
          <a:spcPct val="95000"/>
        </a:lnSpc>
        <a:spcBef>
          <a:spcPct val="0"/>
        </a:spcBef>
        <a:buNone/>
        <a:defRPr sz="1239" b="1" kern="1200">
          <a:solidFill>
            <a:srgbClr val="002068"/>
          </a:solidFill>
          <a:latin typeface="+mj-lt"/>
          <a:ea typeface="+mj-ea"/>
          <a:cs typeface="+mj-cs"/>
        </a:defRPr>
      </a:lvl1pPr>
    </p:titleStyle>
    <p:bodyStyle>
      <a:lvl1pPr marL="0" indent="0" algn="l" defTabSz="377716" rtl="0" eaLnBrk="1" latinLnBrk="0" hangingPunct="1">
        <a:lnSpc>
          <a:spcPct val="95000"/>
        </a:lnSpc>
        <a:spcBef>
          <a:spcPts val="413"/>
        </a:spcBef>
        <a:buFontTx/>
        <a:buNone/>
        <a:defRPr sz="826" b="1" kern="1200">
          <a:solidFill>
            <a:srgbClr val="0460A9"/>
          </a:solidFill>
          <a:latin typeface="+mn-lt"/>
          <a:ea typeface="+mn-ea"/>
          <a:cs typeface="+mn-cs"/>
        </a:defRPr>
      </a:lvl1pPr>
      <a:lvl2pPr marL="0" indent="0" algn="l" defTabSz="377716" rtl="0" eaLnBrk="1" latinLnBrk="0" hangingPunct="1">
        <a:lnSpc>
          <a:spcPct val="95000"/>
        </a:lnSpc>
        <a:spcBef>
          <a:spcPts val="289"/>
        </a:spcBef>
        <a:buFontTx/>
        <a:buNone/>
        <a:defRPr sz="826" kern="1200">
          <a:solidFill>
            <a:schemeClr val="tx1"/>
          </a:solidFill>
          <a:latin typeface="+mn-lt"/>
          <a:ea typeface="+mn-ea"/>
          <a:cs typeface="+mn-cs"/>
        </a:defRPr>
      </a:lvl2pPr>
      <a:lvl3pPr marL="89224" indent="-89224" algn="l" defTabSz="377716" rtl="0" eaLnBrk="1" latinLnBrk="0" hangingPunct="1">
        <a:lnSpc>
          <a:spcPct val="95000"/>
        </a:lnSpc>
        <a:spcBef>
          <a:spcPts val="248"/>
        </a:spcBef>
        <a:buClr>
          <a:srgbClr val="0460A9"/>
        </a:buClr>
        <a:buFont typeface="Ping LCG Medium" pitchFamily="50" charset="0"/>
        <a:buChar char="•"/>
        <a:defRPr sz="826" kern="1200">
          <a:solidFill>
            <a:schemeClr val="tx1"/>
          </a:solidFill>
          <a:latin typeface="+mn-lt"/>
          <a:ea typeface="+mn-ea"/>
          <a:cs typeface="+mn-cs"/>
        </a:defRPr>
      </a:lvl3pPr>
      <a:lvl4pPr marL="202629" indent="-110823" algn="l" defTabSz="377716" rtl="0" eaLnBrk="1" latinLnBrk="0" hangingPunct="1">
        <a:lnSpc>
          <a:spcPct val="95000"/>
        </a:lnSpc>
        <a:spcBef>
          <a:spcPts val="248"/>
        </a:spcBef>
        <a:buClr>
          <a:srgbClr val="0460A9"/>
        </a:buClr>
        <a:buFont typeface="Arial" panose="020B0604020202020204" pitchFamily="34" charset="0"/>
        <a:buChar char="–"/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319354" indent="-114757" algn="l" defTabSz="377716" rtl="0" eaLnBrk="1" latinLnBrk="0" hangingPunct="1">
        <a:lnSpc>
          <a:spcPct val="95000"/>
        </a:lnSpc>
        <a:spcBef>
          <a:spcPts val="248"/>
        </a:spcBef>
        <a:buClr>
          <a:srgbClr val="0460A9"/>
        </a:buClr>
        <a:buFont typeface="Arial" panose="020B0604020202020204" pitchFamily="34" charset="0"/>
        <a:buChar char="–"/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1038719" indent="-94430" algn="l" defTabSz="377716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227576" indent="-94430" algn="l" defTabSz="377716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416434" indent="-94430" algn="l" defTabSz="377716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605292" indent="-94430" algn="l" defTabSz="377716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1pPr>
      <a:lvl2pPr marL="188858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2pPr>
      <a:lvl3pPr marL="377716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3pPr>
      <a:lvl4pPr marL="566573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755432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944289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133147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322006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510864" algn="l" defTabSz="377716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9830" userDrawn="1">
          <p15:clr>
            <a:srgbClr val="F26B43"/>
          </p15:clr>
        </p15:guide>
        <p15:guide id="3" orient="horz" pos="577" userDrawn="1">
          <p15:clr>
            <a:srgbClr val="F26B43"/>
          </p15:clr>
        </p15:guide>
        <p15:guide id="12" pos="18494" userDrawn="1">
          <p15:clr>
            <a:srgbClr val="F26B43"/>
          </p15:clr>
        </p15:guide>
        <p15:guide id="13" pos="577" userDrawn="1">
          <p15:clr>
            <a:srgbClr val="F26B43"/>
          </p15:clr>
        </p15:guide>
        <p15:guide id="24" orient="horz" pos="26386" userDrawn="1">
          <p15:clr>
            <a:srgbClr val="F26B43"/>
          </p15:clr>
        </p15:guide>
        <p15:guide id="26" pos="92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novartis.medicalcongressposters.com/Default.aspx?doc=xxxxx" TargetMode="External"/><Relationship Id="rId7" Type="http://schemas.openxmlformats.org/officeDocument/2006/relationships/chart" Target="../charts/chart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novartis.medicalcongressposters.com/Default.aspx?doc=xxxxx" TargetMode="Externa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80">
            <a:extLst>
              <a:ext uri="{FF2B5EF4-FFF2-40B4-BE49-F238E27FC236}">
                <a16:creationId xmlns:a16="http://schemas.microsoft.com/office/drawing/2014/main" id="{057C23DE-46BC-614D-8D1B-9798B7D1CCD3}"/>
              </a:ext>
            </a:extLst>
          </p:cNvPr>
          <p:cNvSpPr/>
          <p:nvPr/>
        </p:nvSpPr>
        <p:spPr>
          <a:xfrm>
            <a:off x="0" y="8142036"/>
            <a:ext cx="30275213" cy="6311344"/>
          </a:xfrm>
          <a:custGeom>
            <a:avLst/>
            <a:gdLst/>
            <a:ahLst/>
            <a:cxnLst/>
            <a:rect l="l" t="t" r="r" b="b"/>
            <a:pathLst>
              <a:path w="13794105" h="1811020">
                <a:moveTo>
                  <a:pt x="0" y="1810721"/>
                </a:moveTo>
                <a:lnTo>
                  <a:pt x="13793644" y="1810721"/>
                </a:lnTo>
                <a:lnTo>
                  <a:pt x="13793644" y="0"/>
                </a:lnTo>
                <a:lnTo>
                  <a:pt x="0" y="0"/>
                </a:lnTo>
                <a:lnTo>
                  <a:pt x="0" y="181072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E782F5-433D-7620-4200-D50118BE51C7}"/>
              </a:ext>
            </a:extLst>
          </p:cNvPr>
          <p:cNvSpPr/>
          <p:nvPr/>
        </p:nvSpPr>
        <p:spPr>
          <a:xfrm>
            <a:off x="914069" y="8467275"/>
            <a:ext cx="13775068" cy="5647355"/>
          </a:xfrm>
          <a:prstGeom prst="roundRect">
            <a:avLst>
              <a:gd name="adj" fmla="val 515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bg object 16">
            <a:extLst>
              <a:ext uri="{FF2B5EF4-FFF2-40B4-BE49-F238E27FC236}">
                <a16:creationId xmlns:a16="http://schemas.microsoft.com/office/drawing/2014/main" id="{6B91A59D-D913-9972-3166-37BCDEF105B1}"/>
              </a:ext>
            </a:extLst>
          </p:cNvPr>
          <p:cNvSpPr/>
          <p:nvPr/>
        </p:nvSpPr>
        <p:spPr>
          <a:xfrm>
            <a:off x="0" y="0"/>
            <a:ext cx="30276000" cy="7574400"/>
          </a:xfrm>
          <a:custGeom>
            <a:avLst/>
            <a:gdLst/>
            <a:ahLst/>
            <a:cxnLst/>
            <a:rect l="l" t="t" r="r" b="b"/>
            <a:pathLst>
              <a:path w="11488420" h="3952240">
                <a:moveTo>
                  <a:pt x="11488070" y="0"/>
                </a:moveTo>
                <a:lnTo>
                  <a:pt x="0" y="0"/>
                </a:lnTo>
                <a:lnTo>
                  <a:pt x="0" y="3951680"/>
                </a:lnTo>
                <a:lnTo>
                  <a:pt x="11488070" y="3951680"/>
                </a:lnTo>
                <a:lnTo>
                  <a:pt x="114880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11" t="-811" r="-811" b="-8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lvl="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object 281">
            <a:extLst>
              <a:ext uri="{FF2B5EF4-FFF2-40B4-BE49-F238E27FC236}">
                <a16:creationId xmlns:a16="http://schemas.microsoft.com/office/drawing/2014/main" id="{B5C8370D-E69F-B53A-CA4B-2CF1631E0688}"/>
              </a:ext>
            </a:extLst>
          </p:cNvPr>
          <p:cNvSpPr txBox="1"/>
          <p:nvPr/>
        </p:nvSpPr>
        <p:spPr>
          <a:xfrm>
            <a:off x="1359876" y="8681993"/>
            <a:ext cx="12754709" cy="5105885"/>
          </a:xfrm>
          <a:prstGeom prst="rect">
            <a:avLst/>
          </a:prstGeom>
          <a:noFill/>
        </p:spPr>
        <p:txBody>
          <a:bodyPr vert="horz" wrap="square" lIns="0" tIns="53340" rIns="0" bIns="0" rtlCol="0">
            <a:spAutoFit/>
          </a:bodyPr>
          <a:lstStyle/>
          <a:p>
            <a:pPr marL="151765">
              <a:spcBef>
                <a:spcPts val="600"/>
              </a:spcBef>
              <a:spcAft>
                <a:spcPts val="600"/>
              </a:spcAft>
            </a:pPr>
            <a:r>
              <a:rPr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vitae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maximus.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  <a:endParaRPr lang="en-IN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</a:t>
            </a:r>
            <a:r>
              <a:rPr lang="en-IN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Ut</a:t>
            </a:r>
            <a:r>
              <a:rPr lang="en-IN" sz="2233" spc="29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vitae 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IN" sz="2233" spc="96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9096" y="1495359"/>
            <a:ext cx="19036689" cy="2677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lang="en-US" sz="5800" b="1" spc="64" dirty="0"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5800" b="1" spc="64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5800" b="1" spc="64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5800" b="1" spc="64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5800" b="1" spc="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64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5800" b="1" spc="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53" dirty="0">
                <a:latin typeface="Arial" panose="020B0604020202020204" pitchFamily="34" charset="0"/>
                <a:cs typeface="Arial" panose="020B0604020202020204" pitchFamily="34" charset="0"/>
              </a:rPr>
              <a:t>elit </a:t>
            </a:r>
            <a:r>
              <a:rPr sz="5800" b="1" spc="74" dirty="0">
                <a:latin typeface="Arial" panose="020B0604020202020204" pitchFamily="34" charset="0"/>
                <a:cs typeface="Arial" panose="020B0604020202020204" pitchFamily="34" charset="0"/>
              </a:rPr>
              <a:t>suspendisse </a:t>
            </a:r>
            <a:r>
              <a:rPr sz="5800" b="1" spc="74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sz="5800" b="1" spc="29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85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53" dirty="0">
                <a:latin typeface="Arial" panose="020B0604020202020204" pitchFamily="34" charset="0"/>
                <a:cs typeface="Arial" panose="020B0604020202020204" pitchFamily="34" charset="0"/>
              </a:rPr>
              <a:t>vitae volutpat maximus </a:t>
            </a:r>
            <a:r>
              <a:rPr sz="5800" b="1" spc="43" dirty="0"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sz="5800" b="1" spc="74" dirty="0">
                <a:latin typeface="Arial" panose="020B0604020202020204" pitchFamily="34" charset="0"/>
                <a:cs typeface="Arial" panose="020B0604020202020204" pitchFamily="34" charset="0"/>
              </a:rPr>
              <a:t>amet, </a:t>
            </a:r>
            <a:r>
              <a:rPr sz="5800" b="1" spc="74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5800" b="1" spc="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64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5800" b="1" spc="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5800" b="1" spc="5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endParaRPr lang="en-IN" sz="5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095" y="4896623"/>
            <a:ext cx="18075397" cy="1825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/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First  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b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latin typeface="Arial" panose="020B0604020202020204" pitchFamily="34" charset="0"/>
                <a:cs typeface="Arial" panose="020B0604020202020204" pitchFamily="34" charset="0"/>
              </a:rPr>
              <a:t>9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and  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b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Namen,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and  Last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en-IN" sz="2000" spc="21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  <a:r>
              <a:rPr lang="en-IN" sz="2000" spc="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53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/>
            <a:endParaRPr lang="en-US" sz="1595" spc="-15" baseline="333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/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RDepartment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City,</a:t>
            </a:r>
            <a:r>
              <a:rPr sz="1600" spc="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1" dirty="0">
                <a:latin typeface="Arial" panose="020B0604020202020204" pitchFamily="34" charset="0"/>
                <a:cs typeface="Arial" panose="020B0604020202020204" pitchFamily="34" charset="0"/>
              </a:rPr>
              <a:t>Country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064" y="950713"/>
            <a:ext cx="14820270" cy="343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810"/>
            <a:r>
              <a:rPr sz="2233" spc="21" dirty="0">
                <a:latin typeface="Arial" panose="020B0604020202020204" pitchFamily="34" charset="0"/>
                <a:cs typeface="Arial" panose="020B0604020202020204" pitchFamily="34" charset="0"/>
              </a:rPr>
              <a:t>Presenting author </a:t>
            </a:r>
            <a:r>
              <a:rPr sz="2233" spc="32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233" spc="32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sz="2233" spc="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21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sz="2233" spc="-9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21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endParaRPr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6">
            <a:extLst>
              <a:ext uri="{FF2B5EF4-FFF2-40B4-BE49-F238E27FC236}">
                <a16:creationId xmlns:a16="http://schemas.microsoft.com/office/drawing/2014/main" id="{F3AAA403-9E33-AEEB-D295-5CAF47850F64}"/>
              </a:ext>
            </a:extLst>
          </p:cNvPr>
          <p:cNvSpPr txBox="1"/>
          <p:nvPr/>
        </p:nvSpPr>
        <p:spPr>
          <a:xfrm>
            <a:off x="915989" y="14862853"/>
            <a:ext cx="13754100" cy="8380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iverra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libero sit amet, auctor orci. 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–  Lorem 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estibulum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vitae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maximus.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N" sz="2233" b="1" spc="-11" dirty="0">
                <a:latin typeface="Arial" panose="020B0604020202020204" pitchFamily="34" charset="0"/>
                <a:cs typeface="Arial" panose="020B0604020202020204" pitchFamily="34" charset="0"/>
              </a:rPr>
              <a:t>figures 1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A30FD8-D837-A9F7-FA6A-49416DD773D3}"/>
              </a:ext>
            </a:extLst>
          </p:cNvPr>
          <p:cNvSpPr txBox="1"/>
          <p:nvPr/>
        </p:nvSpPr>
        <p:spPr>
          <a:xfrm>
            <a:off x="915988" y="23385527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1.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499C87-C826-A56D-0F4D-627084A0CBBF}"/>
              </a:ext>
            </a:extLst>
          </p:cNvPr>
          <p:cNvSpPr txBox="1"/>
          <p:nvPr/>
        </p:nvSpPr>
        <p:spPr>
          <a:xfrm>
            <a:off x="15529763" y="14879264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Table 1.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8B8591-A46A-AC77-B00A-9B1B34889E43}"/>
              </a:ext>
            </a:extLst>
          </p:cNvPr>
          <p:cNvSpPr txBox="1"/>
          <p:nvPr/>
        </p:nvSpPr>
        <p:spPr>
          <a:xfrm>
            <a:off x="15670439" y="25188540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2.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2" name="object 286">
            <a:extLst>
              <a:ext uri="{FF2B5EF4-FFF2-40B4-BE49-F238E27FC236}">
                <a16:creationId xmlns:a16="http://schemas.microsoft.com/office/drawing/2014/main" id="{25D17758-66FB-2BE8-C329-1BBD37DBFA93}"/>
              </a:ext>
            </a:extLst>
          </p:cNvPr>
          <p:cNvSpPr txBox="1"/>
          <p:nvPr/>
        </p:nvSpPr>
        <p:spPr>
          <a:xfrm>
            <a:off x="15605125" y="8442013"/>
            <a:ext cx="13850228" cy="5472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IN"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consecbibendum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endParaRPr lang="en-US" sz="2233" spc="-2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amet,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Vestibulum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3" name="object 286">
            <a:extLst>
              <a:ext uri="{FF2B5EF4-FFF2-40B4-BE49-F238E27FC236}">
                <a16:creationId xmlns:a16="http://schemas.microsoft.com/office/drawing/2014/main" id="{4D2EAB9D-C4F3-6356-FD8E-4BB599246DCD}"/>
              </a:ext>
            </a:extLst>
          </p:cNvPr>
          <p:cNvSpPr txBox="1"/>
          <p:nvPr/>
        </p:nvSpPr>
        <p:spPr>
          <a:xfrm>
            <a:off x="15670439" y="33193056"/>
            <a:ext cx="13688786" cy="4849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Subheading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Aft>
                <a:spcPts val="600"/>
              </a:spcAft>
              <a:buChar char="•"/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Vestibulum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auctor</a:t>
            </a:r>
            <a:r>
              <a:rPr lang="en-US" sz="2233"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indent="-295275">
              <a:spcBef>
                <a:spcPts val="266"/>
              </a:spcBef>
              <a:spcAft>
                <a:spcPts val="600"/>
              </a:spcAft>
              <a:buChar char="•"/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vitae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vel</a:t>
            </a:r>
            <a:r>
              <a:rPr lang="en-US" sz="2233" spc="3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sempe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2224A9-D0A1-A782-BEA7-5F33BF761F41}"/>
              </a:ext>
            </a:extLst>
          </p:cNvPr>
          <p:cNvSpPr txBox="1"/>
          <p:nvPr/>
        </p:nvSpPr>
        <p:spPr>
          <a:xfrm>
            <a:off x="915988" y="30747619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lang="en-IN" sz="6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B0AEFD-30AC-37CB-E5B0-EE4AA0DA30B4}"/>
              </a:ext>
            </a:extLst>
          </p:cNvPr>
          <p:cNvSpPr txBox="1"/>
          <p:nvPr/>
        </p:nvSpPr>
        <p:spPr>
          <a:xfrm>
            <a:off x="15605125" y="32128601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sz="6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D06E84-524B-4A02-66C8-487CA55386E3}"/>
              </a:ext>
            </a:extLst>
          </p:cNvPr>
          <p:cNvSpPr txBox="1"/>
          <p:nvPr/>
        </p:nvSpPr>
        <p:spPr>
          <a:xfrm>
            <a:off x="15605125" y="20276570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sz="6600" dirty="0"/>
          </a:p>
        </p:txBody>
      </p:sp>
      <p:sp>
        <p:nvSpPr>
          <p:cNvPr id="4" name="object 139">
            <a:extLst>
              <a:ext uri="{FF2B5EF4-FFF2-40B4-BE49-F238E27FC236}">
                <a16:creationId xmlns:a16="http://schemas.microsoft.com/office/drawing/2014/main" id="{FA101C2B-62E4-2B05-1A14-900E3D130B35}"/>
              </a:ext>
            </a:extLst>
          </p:cNvPr>
          <p:cNvSpPr/>
          <p:nvPr/>
        </p:nvSpPr>
        <p:spPr>
          <a:xfrm>
            <a:off x="914069" y="38582078"/>
            <a:ext cx="28445155" cy="3305697"/>
          </a:xfrm>
          <a:custGeom>
            <a:avLst/>
            <a:gdLst/>
            <a:ahLst/>
            <a:cxnLst/>
            <a:rect l="l" t="t" r="r" b="b"/>
            <a:pathLst>
              <a:path w="13802360" h="1554480">
                <a:moveTo>
                  <a:pt x="0" y="1554343"/>
                </a:moveTo>
                <a:lnTo>
                  <a:pt x="13802103" y="1554343"/>
                </a:lnTo>
                <a:lnTo>
                  <a:pt x="13802103" y="0"/>
                </a:lnTo>
                <a:lnTo>
                  <a:pt x="0" y="0"/>
                </a:lnTo>
                <a:lnTo>
                  <a:pt x="0" y="1554343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6">
            <a:extLst>
              <a:ext uri="{FF2B5EF4-FFF2-40B4-BE49-F238E27FC236}">
                <a16:creationId xmlns:a16="http://schemas.microsoft.com/office/drawing/2014/main" id="{9C729125-84A5-44DF-8B6A-C8EC7B35030D}"/>
              </a:ext>
            </a:extLst>
          </p:cNvPr>
          <p:cNvSpPr txBox="1"/>
          <p:nvPr/>
        </p:nvSpPr>
        <p:spPr>
          <a:xfrm>
            <a:off x="26431659" y="39608328"/>
            <a:ext cx="197310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sz="1800" b="1" spc="32" dirty="0">
                <a:latin typeface="Arial" panose="020B0604020202020204" pitchFamily="34" charset="0"/>
                <a:cs typeface="Arial" panose="020B0604020202020204" pitchFamily="34" charset="0"/>
              </a:rPr>
              <a:t>Scan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b="1" spc="-15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21" dirty="0">
                <a:latin typeface="Arial" panose="020B0604020202020204" pitchFamily="34" charset="0"/>
                <a:cs typeface="Arial" panose="020B0604020202020204" pitchFamily="34" charset="0"/>
              </a:rPr>
              <a:t>obtain</a:t>
            </a:r>
            <a:r>
              <a:rPr lang="en-US" sz="1800" b="1" spc="21" dirty="0">
                <a:latin typeface="Arial" panose="020B0604020202020204" pitchFamily="34" charset="0"/>
                <a:cs typeface="Arial" panose="020B0604020202020204" pitchFamily="34" charset="0"/>
              </a:rPr>
              <a:t> full poster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79">
            <a:extLst>
              <a:ext uri="{FF2B5EF4-FFF2-40B4-BE49-F238E27FC236}">
                <a16:creationId xmlns:a16="http://schemas.microsoft.com/office/drawing/2014/main" id="{6C3E9F37-858F-69CD-CB09-226FC4D3524C}"/>
              </a:ext>
            </a:extLst>
          </p:cNvPr>
          <p:cNvSpPr txBox="1"/>
          <p:nvPr/>
        </p:nvSpPr>
        <p:spPr>
          <a:xfrm>
            <a:off x="24422582" y="40971576"/>
            <a:ext cx="4699322" cy="695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>
              <a:lnSpc>
                <a:spcPct val="102299"/>
              </a:lnSpc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http://novartis.medicalcongressposters.com/Default.aspx?doc=xxxxx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Copies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this poster obtained through Quick Response (QR)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personal use  only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may not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reproduced without permission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1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authors.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Qrcode Images - Free Download on Freepik">
            <a:extLst>
              <a:ext uri="{FF2B5EF4-FFF2-40B4-BE49-F238E27FC236}">
                <a16:creationId xmlns:a16="http://schemas.microsoft.com/office/drawing/2014/main" id="{EF63890F-9543-BA4F-B65C-AD0B384F3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8722" y="38958700"/>
            <a:ext cx="1778646" cy="177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140">
            <a:extLst>
              <a:ext uri="{FF2B5EF4-FFF2-40B4-BE49-F238E27FC236}">
                <a16:creationId xmlns:a16="http://schemas.microsoft.com/office/drawing/2014/main" id="{2A0EFF92-1911-9823-840A-22A2D95BF122}"/>
              </a:ext>
            </a:extLst>
          </p:cNvPr>
          <p:cNvSpPr txBox="1"/>
          <p:nvPr/>
        </p:nvSpPr>
        <p:spPr>
          <a:xfrm>
            <a:off x="15605126" y="38804842"/>
            <a:ext cx="7723797" cy="2630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sz="2200" b="1" spc="11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>
              <a:lnSpc>
                <a:spcPts val="2403"/>
              </a:lnSpc>
              <a:spcBef>
                <a:spcPts val="487"/>
              </a:spcBef>
            </a:pPr>
            <a:r>
              <a:rPr lang="en-IN" sz="1914" spc="-32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914" spc="-32" dirty="0">
                <a:latin typeface="Arial" panose="020B0604020202020204" pitchFamily="34" charset="0"/>
                <a:cs typeface="Arial" panose="020B0604020202020204" pitchFamily="34" charset="0"/>
              </a:rPr>
              <a:t>Vestibulum 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1914" spc="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9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2371"/>
              </a:spcBef>
            </a:pPr>
            <a:r>
              <a:rPr lang="en-IN" sz="2200" b="1" spc="11" dirty="0">
                <a:latin typeface="Arial" panose="020B0604020202020204" pitchFamily="34" charset="0"/>
                <a:cs typeface="Arial" panose="020B0604020202020204" pitchFamily="34" charset="0"/>
              </a:rPr>
              <a:t>Disclosures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386212">
              <a:lnSpc>
                <a:spcPts val="2403"/>
              </a:lnSpc>
              <a:spcBef>
                <a:spcPts val="478"/>
              </a:spcBef>
            </a:pPr>
            <a:r>
              <a:rPr sz="1914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consectetur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adipiscing </a:t>
            </a:r>
            <a:r>
              <a:rPr sz="1914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imperdiet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bibendum. </a:t>
            </a:r>
            <a:endParaRPr sz="19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41">
            <a:extLst>
              <a:ext uri="{FF2B5EF4-FFF2-40B4-BE49-F238E27FC236}">
                <a16:creationId xmlns:a16="http://schemas.microsoft.com/office/drawing/2014/main" id="{E00C91F6-4E59-E222-2D3B-353AB952393F}"/>
              </a:ext>
            </a:extLst>
          </p:cNvPr>
          <p:cNvSpPr txBox="1"/>
          <p:nvPr/>
        </p:nvSpPr>
        <p:spPr>
          <a:xfrm>
            <a:off x="1249045" y="38804842"/>
            <a:ext cx="13389484" cy="268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665"/>
            <a:r>
              <a:rPr sz="22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540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008">
              <a:spcBef>
                <a:spcPts val="319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008" marR="90476">
              <a:lnSpc>
                <a:spcPct val="115399"/>
              </a:lnSpc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 </a:t>
            </a:r>
            <a:r>
              <a:rPr lang="en-US" sz="1808" b="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US" sz="180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7.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br>
              <a:rPr lang="en-US" sz="1808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8.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10.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808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340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12.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13.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808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4"/>
          <p:cNvSpPr txBox="1"/>
          <p:nvPr/>
        </p:nvSpPr>
        <p:spPr>
          <a:xfrm>
            <a:off x="26705169" y="849459"/>
            <a:ext cx="257883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lang="en-US"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Poster #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5D4759-6721-486E-EC77-8D6F3D7236A7}"/>
              </a:ext>
            </a:extLst>
          </p:cNvPr>
          <p:cNvGrpSpPr/>
          <p:nvPr/>
        </p:nvGrpSpPr>
        <p:grpSpPr>
          <a:xfrm>
            <a:off x="20350960" y="1589820"/>
            <a:ext cx="9008265" cy="4515557"/>
            <a:chOff x="20638380" y="1839522"/>
            <a:chExt cx="9008265" cy="4515557"/>
          </a:xfrm>
        </p:grpSpPr>
        <p:sp>
          <p:nvSpPr>
            <p:cNvPr id="142" name="object 142"/>
            <p:cNvSpPr/>
            <p:nvPr/>
          </p:nvSpPr>
          <p:spPr>
            <a:xfrm>
              <a:off x="20638380" y="1839522"/>
              <a:ext cx="9008265" cy="4515557"/>
            </a:xfrm>
            <a:custGeom>
              <a:avLst/>
              <a:gdLst/>
              <a:ahLst/>
              <a:cxnLst/>
              <a:rect l="l" t="t" r="r" b="b"/>
              <a:pathLst>
                <a:path w="4839969" h="2103754">
                  <a:moveTo>
                    <a:pt x="4743354" y="0"/>
                  </a:moveTo>
                  <a:lnTo>
                    <a:pt x="96259" y="0"/>
                  </a:lnTo>
                  <a:lnTo>
                    <a:pt x="58790" y="7564"/>
                  </a:lnTo>
                  <a:lnTo>
                    <a:pt x="28193" y="28193"/>
                  </a:lnTo>
                  <a:lnTo>
                    <a:pt x="7564" y="58790"/>
                  </a:lnTo>
                  <a:lnTo>
                    <a:pt x="0" y="96259"/>
                  </a:lnTo>
                  <a:lnTo>
                    <a:pt x="0" y="2007007"/>
                  </a:lnTo>
                  <a:lnTo>
                    <a:pt x="7564" y="2044475"/>
                  </a:lnTo>
                  <a:lnTo>
                    <a:pt x="28193" y="2075072"/>
                  </a:lnTo>
                  <a:lnTo>
                    <a:pt x="58790" y="2095701"/>
                  </a:lnTo>
                  <a:lnTo>
                    <a:pt x="96259" y="2103266"/>
                  </a:lnTo>
                  <a:lnTo>
                    <a:pt x="4743354" y="2103266"/>
                  </a:lnTo>
                  <a:lnTo>
                    <a:pt x="4780823" y="2095701"/>
                  </a:lnTo>
                  <a:lnTo>
                    <a:pt x="4811420" y="2075072"/>
                  </a:lnTo>
                  <a:lnTo>
                    <a:pt x="4832049" y="2044475"/>
                  </a:lnTo>
                  <a:lnTo>
                    <a:pt x="4839613" y="2007007"/>
                  </a:lnTo>
                  <a:lnTo>
                    <a:pt x="4839613" y="96259"/>
                  </a:lnTo>
                  <a:lnTo>
                    <a:pt x="4832049" y="58790"/>
                  </a:lnTo>
                  <a:lnTo>
                    <a:pt x="4811420" y="28193"/>
                  </a:lnTo>
                  <a:lnTo>
                    <a:pt x="4780823" y="7564"/>
                  </a:lnTo>
                  <a:lnTo>
                    <a:pt x="474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600"/>
            </a:p>
          </p:txBody>
        </p:sp>
        <p:sp>
          <p:nvSpPr>
            <p:cNvPr id="144" name="object 144"/>
            <p:cNvSpPr txBox="1"/>
            <p:nvPr/>
          </p:nvSpPr>
          <p:spPr>
            <a:xfrm>
              <a:off x="20825781" y="2086451"/>
              <a:ext cx="8528804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4000" b="1" spc="-3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</a:t>
              </a:r>
              <a:r>
                <a:rPr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FINDINGS &amp; </a:t>
              </a:r>
              <a:r>
                <a:rPr sz="4000" b="1" spc="-5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  <a:endParaRPr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object 278"/>
            <p:cNvSpPr txBox="1"/>
            <p:nvPr/>
          </p:nvSpPr>
          <p:spPr>
            <a:xfrm>
              <a:off x="20825781" y="2955496"/>
              <a:ext cx="8523696" cy="30777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2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sit amet,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consectetur adipiscing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elit. </a:t>
              </a:r>
              <a:endParaRPr lang="en-US" sz="2250" spc="-1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egestas massa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vitae  volutpat maximus.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ut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velit 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imperdiet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bibendum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29041" marR="10803" lvl="1" indent="-342900">
                <a:spcBef>
                  <a:spcPts val="923"/>
                </a:spcBef>
                <a:spcAft>
                  <a:spcPts val="300"/>
                </a:spcAft>
                <a:buFont typeface="Arial" panose="020B0604020202020204" pitchFamily="34" charset="0"/>
                <a:buChar char="–"/>
                <a:tabLst>
                  <a:tab pos="483438" algn="l"/>
                  <a:tab pos="484790" algn="l"/>
                </a:tabLst>
              </a:pPr>
              <a:r>
                <a:rPr lang="da-DK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dolor sit</a:t>
              </a:r>
              <a:r>
                <a:rPr lang="da-DK" sz="2250" spc="-74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</a:t>
              </a:r>
              <a:r>
                <a:rPr lang="en-US" sz="2250" spc="234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egestas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2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Lut</a:t>
              </a:r>
              <a:r>
                <a:rPr lang="en-US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tellus</a:t>
              </a:r>
              <a:r>
                <a:rPr lang="en-US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lorem.</a:t>
              </a:r>
            </a:p>
            <a:p>
              <a:pPr marL="355600" marR="5080" indent="-342900">
                <a:lnSpc>
                  <a:spcPct val="100000"/>
                </a:lnSpc>
                <a:spcBef>
                  <a:spcPts val="375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2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sit amet,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consectetur adipiscing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elit. Suspendisse egestas </a:t>
              </a: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massa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vitae</a:t>
              </a:r>
              <a:r>
                <a:rPr lang="en-US"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355600" marR="5080" indent="-342900">
                <a:lnSpc>
                  <a:spcPct val="100000"/>
                </a:lnSpc>
                <a:spcBef>
                  <a:spcPts val="375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lang="en-US"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olutpat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maximus.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 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US"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1" name="object 291"/>
          <p:cNvSpPr txBox="1"/>
          <p:nvPr/>
        </p:nvSpPr>
        <p:spPr>
          <a:xfrm>
            <a:off x="20427177" y="6405832"/>
            <a:ext cx="8744479" cy="628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This study is sponsored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Novartis Pharma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0" spc="-10" dirty="0">
                <a:latin typeface="Arial" panose="020B0604020202020204" pitchFamily="34" charset="0"/>
                <a:cs typeface="Arial" panose="020B0604020202020204" pitchFamily="34" charset="0"/>
              </a:rPr>
              <a:t>Poster presented at </a:t>
            </a:r>
            <a:r>
              <a:rPr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the Meeting name, held virtually on </a:t>
            </a:r>
            <a:r>
              <a:rPr sz="2000" b="0" spc="-25" dirty="0">
                <a:latin typeface="Arial" panose="020B0604020202020204" pitchFamily="34" charset="0"/>
                <a:cs typeface="Arial" panose="020B0604020202020204" pitchFamily="34" charset="0"/>
              </a:rPr>
              <a:t>XX–XX </a:t>
            </a:r>
            <a:r>
              <a:rPr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r>
              <a:rPr sz="2000" b="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286">
            <a:extLst>
              <a:ext uri="{FF2B5EF4-FFF2-40B4-BE49-F238E27FC236}">
                <a16:creationId xmlns:a16="http://schemas.microsoft.com/office/drawing/2014/main" id="{D3F85238-3E3A-BF9E-A06A-97B2B16C3176}"/>
              </a:ext>
            </a:extLst>
          </p:cNvPr>
          <p:cNvSpPr txBox="1"/>
          <p:nvPr/>
        </p:nvSpPr>
        <p:spPr>
          <a:xfrm>
            <a:off x="15605125" y="21169868"/>
            <a:ext cx="13754100" cy="3200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>
              <a:spcBef>
                <a:spcPts val="923"/>
              </a:spcBef>
              <a:spcAft>
                <a:spcPts val="600"/>
              </a:spcAft>
              <a:tabLst>
                <a:tab pos="483438" algn="l"/>
                <a:tab pos="48479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Subsubheading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– 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233" b="1" spc="-11" dirty="0">
                <a:latin typeface="Arial" panose="020B0604020202020204" pitchFamily="34" charset="0"/>
                <a:cs typeface="Arial" panose="020B0604020202020204" pitchFamily="34" charset="0"/>
              </a:rPr>
              <a:t>figures 2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286">
            <a:extLst>
              <a:ext uri="{FF2B5EF4-FFF2-40B4-BE49-F238E27FC236}">
                <a16:creationId xmlns:a16="http://schemas.microsoft.com/office/drawing/2014/main" id="{D6C17540-1295-A79D-5B8E-84C6987E28FD}"/>
              </a:ext>
            </a:extLst>
          </p:cNvPr>
          <p:cNvSpPr txBox="1"/>
          <p:nvPr/>
        </p:nvSpPr>
        <p:spPr>
          <a:xfrm>
            <a:off x="981302" y="31528380"/>
            <a:ext cx="13688786" cy="6790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Subheading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>
              <a:spcBef>
                <a:spcPts val="923"/>
              </a:spcBef>
              <a:spcAft>
                <a:spcPts val="600"/>
              </a:spcAft>
              <a:tabLst>
                <a:tab pos="483438" algn="l"/>
                <a:tab pos="48479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Subsubheading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 lorem,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libero sit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auctor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indent="-295275">
              <a:spcBef>
                <a:spcPts val="266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Donec gravida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diam, vitae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vel</a:t>
            </a:r>
            <a:r>
              <a:rPr lang="en-US" sz="2233" spc="3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sempe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BA9D75-F82D-1F9E-E829-3098927CFE7C}"/>
              </a:ext>
            </a:extLst>
          </p:cNvPr>
          <p:cNvCxnSpPr>
            <a:cxnSpLocks/>
          </p:cNvCxnSpPr>
          <p:nvPr/>
        </p:nvCxnSpPr>
        <p:spPr>
          <a:xfrm>
            <a:off x="915988" y="4485248"/>
            <a:ext cx="176768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Envelope outline">
            <a:extLst>
              <a:ext uri="{FF2B5EF4-FFF2-40B4-BE49-F238E27FC236}">
                <a16:creationId xmlns:a16="http://schemas.microsoft.com/office/drawing/2014/main" id="{21BD4E41-77B3-0970-98BA-4ED20269D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42" y="839890"/>
            <a:ext cx="535842" cy="535842"/>
          </a:xfrm>
          <a:prstGeom prst="rect">
            <a:avLst/>
          </a:prstGeom>
        </p:spPr>
      </p:pic>
      <p:graphicFrame>
        <p:nvGraphicFramePr>
          <p:cNvPr id="24" name="Content Placeholder 10">
            <a:extLst>
              <a:ext uri="{FF2B5EF4-FFF2-40B4-BE49-F238E27FC236}">
                <a16:creationId xmlns:a16="http://schemas.microsoft.com/office/drawing/2014/main" id="{7FC106BA-87FB-D838-9371-CC810F16E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374525"/>
              </p:ext>
            </p:extLst>
          </p:nvPr>
        </p:nvGraphicFramePr>
        <p:xfrm>
          <a:off x="981302" y="23984663"/>
          <a:ext cx="13707835" cy="6673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ontent Placeholder 10">
            <a:extLst>
              <a:ext uri="{FF2B5EF4-FFF2-40B4-BE49-F238E27FC236}">
                <a16:creationId xmlns:a16="http://schemas.microsoft.com/office/drawing/2014/main" id="{D2A3BE93-0F60-4F4C-F8C0-E1E47D2FAE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586094"/>
              </p:ext>
            </p:extLst>
          </p:nvPr>
        </p:nvGraphicFramePr>
        <p:xfrm>
          <a:off x="15620084" y="25977017"/>
          <a:ext cx="13707835" cy="6151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9" name="object 55">
            <a:extLst>
              <a:ext uri="{FF2B5EF4-FFF2-40B4-BE49-F238E27FC236}">
                <a16:creationId xmlns:a16="http://schemas.microsoft.com/office/drawing/2014/main" id="{5F1DF702-1168-A51B-0FCC-0A9D86F02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755788"/>
              </p:ext>
            </p:extLst>
          </p:nvPr>
        </p:nvGraphicFramePr>
        <p:xfrm>
          <a:off x="15620084" y="15565747"/>
          <a:ext cx="13739139" cy="4539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4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5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073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Value1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Value2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Value3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2017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2018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2019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2021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2022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19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DF84-75D0-1FF3-000C-AAE5F09B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68D2E7-D7DD-6E84-61B5-FFD97DA0A34C}"/>
              </a:ext>
            </a:extLst>
          </p:cNvPr>
          <p:cNvSpPr/>
          <p:nvPr/>
        </p:nvSpPr>
        <p:spPr>
          <a:xfrm>
            <a:off x="38911" y="0"/>
            <a:ext cx="30275213" cy="75718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bject 280">
            <a:extLst>
              <a:ext uri="{FF2B5EF4-FFF2-40B4-BE49-F238E27FC236}">
                <a16:creationId xmlns:a16="http://schemas.microsoft.com/office/drawing/2014/main" id="{8893E774-F660-9DF7-D589-DA9376FCCC0D}"/>
              </a:ext>
            </a:extLst>
          </p:cNvPr>
          <p:cNvSpPr/>
          <p:nvPr/>
        </p:nvSpPr>
        <p:spPr>
          <a:xfrm>
            <a:off x="0" y="8142036"/>
            <a:ext cx="30275213" cy="6311344"/>
          </a:xfrm>
          <a:custGeom>
            <a:avLst/>
            <a:gdLst/>
            <a:ahLst/>
            <a:cxnLst/>
            <a:rect l="l" t="t" r="r" b="b"/>
            <a:pathLst>
              <a:path w="13794105" h="1811020">
                <a:moveTo>
                  <a:pt x="0" y="1810721"/>
                </a:moveTo>
                <a:lnTo>
                  <a:pt x="13793644" y="1810721"/>
                </a:lnTo>
                <a:lnTo>
                  <a:pt x="13793644" y="0"/>
                </a:lnTo>
                <a:lnTo>
                  <a:pt x="0" y="0"/>
                </a:lnTo>
                <a:lnTo>
                  <a:pt x="0" y="181072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2E8A47-5228-B236-080C-F61DCAE6F6C8}"/>
              </a:ext>
            </a:extLst>
          </p:cNvPr>
          <p:cNvSpPr/>
          <p:nvPr/>
        </p:nvSpPr>
        <p:spPr>
          <a:xfrm>
            <a:off x="914069" y="8467275"/>
            <a:ext cx="13775068" cy="5647355"/>
          </a:xfrm>
          <a:prstGeom prst="roundRect">
            <a:avLst>
              <a:gd name="adj" fmla="val 515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bject 281">
            <a:extLst>
              <a:ext uri="{FF2B5EF4-FFF2-40B4-BE49-F238E27FC236}">
                <a16:creationId xmlns:a16="http://schemas.microsoft.com/office/drawing/2014/main" id="{80CE47E6-875A-035F-D74B-5CCD3EDF0206}"/>
              </a:ext>
            </a:extLst>
          </p:cNvPr>
          <p:cNvSpPr txBox="1"/>
          <p:nvPr/>
        </p:nvSpPr>
        <p:spPr>
          <a:xfrm>
            <a:off x="1359876" y="8681993"/>
            <a:ext cx="12754709" cy="5105885"/>
          </a:xfrm>
          <a:prstGeom prst="rect">
            <a:avLst/>
          </a:prstGeom>
          <a:noFill/>
        </p:spPr>
        <p:txBody>
          <a:bodyPr vert="horz" wrap="square" lIns="0" tIns="53340" rIns="0" bIns="0" rtlCol="0">
            <a:spAutoFit/>
          </a:bodyPr>
          <a:lstStyle/>
          <a:p>
            <a:pPr marL="151765">
              <a:spcBef>
                <a:spcPts val="600"/>
              </a:spcBef>
              <a:spcAft>
                <a:spcPts val="600"/>
              </a:spcAft>
            </a:pPr>
            <a:r>
              <a:rPr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vitae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maximus.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  <a:endParaRPr lang="en-IN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</a:t>
            </a:r>
            <a:r>
              <a:rPr lang="en-IN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Ut</a:t>
            </a:r>
            <a:r>
              <a:rPr lang="en-IN" sz="2233" spc="29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vitae 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IN" sz="2233" spc="96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B2AF91E-28FC-F40C-B4E0-3EFD1ABB51F0}"/>
              </a:ext>
            </a:extLst>
          </p:cNvPr>
          <p:cNvSpPr txBox="1"/>
          <p:nvPr/>
        </p:nvSpPr>
        <p:spPr>
          <a:xfrm>
            <a:off x="869096" y="1495359"/>
            <a:ext cx="19036689" cy="2677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lang="en-US" sz="5800" b="1" spc="6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5800" b="1" spc="6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5800" b="1" spc="6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5800" b="1" spc="6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5800" b="1" spc="6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6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5800" b="1" spc="6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5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 </a:t>
            </a:r>
            <a:r>
              <a:rPr sz="5800" b="1" spc="7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suspendisse </a:t>
            </a:r>
            <a:r>
              <a:rPr sz="5800" b="1" spc="7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sz="5800" b="1" spc="29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8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US" sz="5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5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vitae volutpat maximus </a:t>
            </a:r>
            <a:r>
              <a:rPr sz="5800" b="1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sz="5800" b="1" spc="7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amet, </a:t>
            </a:r>
            <a:r>
              <a:rPr sz="5800" b="1" spc="7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5800" b="1" spc="7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800" b="1" spc="64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5800" b="1" spc="6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5800" b="1" spc="53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endParaRPr lang="en-IN" sz="5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B3C21C-1BF2-74A8-B623-A3A1CC5B6F4A}"/>
              </a:ext>
            </a:extLst>
          </p:cNvPr>
          <p:cNvSpPr txBox="1"/>
          <p:nvPr/>
        </p:nvSpPr>
        <p:spPr>
          <a:xfrm>
            <a:off x="869095" y="4896623"/>
            <a:ext cx="18075397" cy="1825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/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 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b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Name,</a:t>
            </a:r>
            <a:r>
              <a:rPr lang="en-IN" sz="1600" spc="64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 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b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Namen,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 Last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lang="en-IN" sz="1600" spc="47" baseline="3174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en-IN" sz="2000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spc="4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  <a:r>
              <a:rPr lang="en-IN" sz="2000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5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/>
            <a:endParaRPr lang="en-US" sz="1595" spc="-15" baseline="333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/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Country; </a:t>
            </a:r>
            <a:r>
              <a:rPr sz="1600" spc="-15" baseline="33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Name, </a:t>
            </a:r>
            <a:r>
              <a:rPr sz="1600" spc="-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</a:t>
            </a:r>
            <a:r>
              <a:rPr sz="1600" spc="7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</a:t>
            </a:r>
            <a:endParaRPr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3841B87-3A6A-EC99-3814-B98E3A89FEA4}"/>
              </a:ext>
            </a:extLst>
          </p:cNvPr>
          <p:cNvSpPr txBox="1"/>
          <p:nvPr/>
        </p:nvSpPr>
        <p:spPr>
          <a:xfrm>
            <a:off x="887064" y="950713"/>
            <a:ext cx="14820270" cy="343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810"/>
            <a:r>
              <a:rPr sz="2233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Presenting author </a:t>
            </a:r>
            <a:r>
              <a:rPr sz="2233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233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sz="2233" spc="32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sz="2233" spc="-96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2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endParaRPr sz="22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6">
            <a:extLst>
              <a:ext uri="{FF2B5EF4-FFF2-40B4-BE49-F238E27FC236}">
                <a16:creationId xmlns:a16="http://schemas.microsoft.com/office/drawing/2014/main" id="{302CEEE3-4EB2-ACB3-0151-0BD10C2DCF5B}"/>
              </a:ext>
            </a:extLst>
          </p:cNvPr>
          <p:cNvSpPr txBox="1"/>
          <p:nvPr/>
        </p:nvSpPr>
        <p:spPr>
          <a:xfrm>
            <a:off x="915989" y="14862853"/>
            <a:ext cx="13754100" cy="8380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iverra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libero sit amet, auctor orci. 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–  Lorem 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estibulum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vitae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maximus.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N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semper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N" sz="2233" b="1" spc="-11" dirty="0">
                <a:latin typeface="Arial" panose="020B0604020202020204" pitchFamily="34" charset="0"/>
                <a:cs typeface="Arial" panose="020B0604020202020204" pitchFamily="34" charset="0"/>
              </a:rPr>
              <a:t>figures 1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823B21-EA2D-B837-53AE-9D519068574D}"/>
              </a:ext>
            </a:extLst>
          </p:cNvPr>
          <p:cNvSpPr txBox="1"/>
          <p:nvPr/>
        </p:nvSpPr>
        <p:spPr>
          <a:xfrm>
            <a:off x="915988" y="23385527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1.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24FB59-525B-3BBC-F00C-F90ABE3867A9}"/>
              </a:ext>
            </a:extLst>
          </p:cNvPr>
          <p:cNvSpPr txBox="1"/>
          <p:nvPr/>
        </p:nvSpPr>
        <p:spPr>
          <a:xfrm>
            <a:off x="15529763" y="14879264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Table 1.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3BA365-01A5-C5B2-D0D4-66F79D6FF6D6}"/>
              </a:ext>
            </a:extLst>
          </p:cNvPr>
          <p:cNvSpPr txBox="1"/>
          <p:nvPr/>
        </p:nvSpPr>
        <p:spPr>
          <a:xfrm>
            <a:off x="15670439" y="25188540"/>
            <a:ext cx="11369040" cy="48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2. Title of the figure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552" b="1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552" b="1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b="1" dirty="0"/>
          </a:p>
        </p:txBody>
      </p:sp>
      <p:sp>
        <p:nvSpPr>
          <p:cNvPr id="52" name="object 286">
            <a:extLst>
              <a:ext uri="{FF2B5EF4-FFF2-40B4-BE49-F238E27FC236}">
                <a16:creationId xmlns:a16="http://schemas.microsoft.com/office/drawing/2014/main" id="{8ED2C24F-93A2-8D23-3065-D245D5FA5E08}"/>
              </a:ext>
            </a:extLst>
          </p:cNvPr>
          <p:cNvSpPr txBox="1"/>
          <p:nvPr/>
        </p:nvSpPr>
        <p:spPr>
          <a:xfrm>
            <a:off x="15605125" y="8442013"/>
            <a:ext cx="13850228" cy="5472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IN" sz="4000" b="1" spc="1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consecbibendum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endParaRPr lang="en-US" sz="2233" spc="-2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3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amet,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3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ipsum. 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Vestibulum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3" name="object 286">
            <a:extLst>
              <a:ext uri="{FF2B5EF4-FFF2-40B4-BE49-F238E27FC236}">
                <a16:creationId xmlns:a16="http://schemas.microsoft.com/office/drawing/2014/main" id="{F942CE4C-7341-6058-A207-B627FDDC1B4F}"/>
              </a:ext>
            </a:extLst>
          </p:cNvPr>
          <p:cNvSpPr txBox="1"/>
          <p:nvPr/>
        </p:nvSpPr>
        <p:spPr>
          <a:xfrm>
            <a:off x="15670439" y="33193056"/>
            <a:ext cx="13688786" cy="4849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Subheading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marR="10803" indent="-295275">
              <a:spcAft>
                <a:spcPts val="600"/>
              </a:spcAft>
              <a:buChar char="•"/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Vestibulum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auctor</a:t>
            </a:r>
            <a:r>
              <a:rPr lang="en-US" sz="2233"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indent="-295275">
              <a:spcBef>
                <a:spcPts val="266"/>
              </a:spcBef>
              <a:spcAft>
                <a:spcPts val="600"/>
              </a:spcAft>
              <a:buChar char="•"/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vitae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vel</a:t>
            </a:r>
            <a:r>
              <a:rPr lang="en-US" sz="2233" spc="3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sempe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83969E-8B63-59E6-7F15-6BF1922B174C}"/>
              </a:ext>
            </a:extLst>
          </p:cNvPr>
          <p:cNvSpPr txBox="1"/>
          <p:nvPr/>
        </p:nvSpPr>
        <p:spPr>
          <a:xfrm>
            <a:off x="915988" y="30747619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lang="en-IN" sz="6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E38A0F-0D2D-1255-5EAA-3B2971712A38}"/>
              </a:ext>
            </a:extLst>
          </p:cNvPr>
          <p:cNvSpPr txBox="1"/>
          <p:nvPr/>
        </p:nvSpPr>
        <p:spPr>
          <a:xfrm>
            <a:off x="15605125" y="32128601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sz="6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9FFA53-9AD7-F9FA-7E6F-E92938FD8143}"/>
              </a:ext>
            </a:extLst>
          </p:cNvPr>
          <p:cNvSpPr txBox="1"/>
          <p:nvPr/>
        </p:nvSpPr>
        <p:spPr>
          <a:xfrm>
            <a:off x="15605125" y="20276570"/>
            <a:ext cx="11369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Footer of the figure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efficitur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sagittis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tellus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eget</a:t>
            </a:r>
            <a:r>
              <a:rPr kumimoji="0" lang="fr-FR" sz="2000" i="0" u="none" strike="noStrike" kern="1200" cap="none" spc="-21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2000" i="0" u="none" strike="noStrike" kern="1200" cap="none" spc="-21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aliquam</a:t>
            </a:r>
            <a:endParaRPr lang="en-IN" sz="6600" dirty="0"/>
          </a:p>
        </p:txBody>
      </p:sp>
      <p:sp>
        <p:nvSpPr>
          <p:cNvPr id="4" name="object 139">
            <a:extLst>
              <a:ext uri="{FF2B5EF4-FFF2-40B4-BE49-F238E27FC236}">
                <a16:creationId xmlns:a16="http://schemas.microsoft.com/office/drawing/2014/main" id="{E9BD3364-AD2C-465D-95E3-233A65AFBDA3}"/>
              </a:ext>
            </a:extLst>
          </p:cNvPr>
          <p:cNvSpPr/>
          <p:nvPr/>
        </p:nvSpPr>
        <p:spPr>
          <a:xfrm>
            <a:off x="914069" y="38582078"/>
            <a:ext cx="28445155" cy="3305697"/>
          </a:xfrm>
          <a:custGeom>
            <a:avLst/>
            <a:gdLst/>
            <a:ahLst/>
            <a:cxnLst/>
            <a:rect l="l" t="t" r="r" b="b"/>
            <a:pathLst>
              <a:path w="13802360" h="1554480">
                <a:moveTo>
                  <a:pt x="0" y="1554343"/>
                </a:moveTo>
                <a:lnTo>
                  <a:pt x="13802103" y="1554343"/>
                </a:lnTo>
                <a:lnTo>
                  <a:pt x="13802103" y="0"/>
                </a:lnTo>
                <a:lnTo>
                  <a:pt x="0" y="0"/>
                </a:lnTo>
                <a:lnTo>
                  <a:pt x="0" y="1554343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6">
            <a:extLst>
              <a:ext uri="{FF2B5EF4-FFF2-40B4-BE49-F238E27FC236}">
                <a16:creationId xmlns:a16="http://schemas.microsoft.com/office/drawing/2014/main" id="{393659B2-0DDB-1CA6-5102-9D656A5CB209}"/>
              </a:ext>
            </a:extLst>
          </p:cNvPr>
          <p:cNvSpPr txBox="1"/>
          <p:nvPr/>
        </p:nvSpPr>
        <p:spPr>
          <a:xfrm>
            <a:off x="26431659" y="39608328"/>
            <a:ext cx="197310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sz="1800" b="1" spc="32" dirty="0">
                <a:latin typeface="Arial" panose="020B0604020202020204" pitchFamily="34" charset="0"/>
                <a:cs typeface="Arial" panose="020B0604020202020204" pitchFamily="34" charset="0"/>
              </a:rPr>
              <a:t>Scan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800" b="1" spc="-15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21" dirty="0">
                <a:latin typeface="Arial" panose="020B0604020202020204" pitchFamily="34" charset="0"/>
                <a:cs typeface="Arial" panose="020B0604020202020204" pitchFamily="34" charset="0"/>
              </a:rPr>
              <a:t>obtain</a:t>
            </a:r>
            <a:r>
              <a:rPr lang="en-US" sz="1800" b="1" spc="21" dirty="0">
                <a:latin typeface="Arial" panose="020B0604020202020204" pitchFamily="34" charset="0"/>
                <a:cs typeface="Arial" panose="020B0604020202020204" pitchFamily="34" charset="0"/>
              </a:rPr>
              <a:t> full poster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79">
            <a:extLst>
              <a:ext uri="{FF2B5EF4-FFF2-40B4-BE49-F238E27FC236}">
                <a16:creationId xmlns:a16="http://schemas.microsoft.com/office/drawing/2014/main" id="{8E5F008C-2E32-C99A-D50F-4BC4C250A6A9}"/>
              </a:ext>
            </a:extLst>
          </p:cNvPr>
          <p:cNvSpPr txBox="1"/>
          <p:nvPr/>
        </p:nvSpPr>
        <p:spPr>
          <a:xfrm>
            <a:off x="24422582" y="40971576"/>
            <a:ext cx="4699322" cy="695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>
              <a:lnSpc>
                <a:spcPct val="102299"/>
              </a:lnSpc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http://novartis.medicalcongressposters.com/Default.aspx?doc=xxxxx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Copies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this poster obtained through Quick Response (QR)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personal use  only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may not </a:t>
            </a:r>
            <a:r>
              <a:rPr sz="1100" spc="21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reproduced without permission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1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11" dirty="0">
                <a:latin typeface="Arial" panose="020B0604020202020204" pitchFamily="34" charset="0"/>
                <a:cs typeface="Arial" panose="020B0604020202020204" pitchFamily="34" charset="0"/>
              </a:rPr>
              <a:t>authors.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Qrcode Images - Free Download on Freepik">
            <a:extLst>
              <a:ext uri="{FF2B5EF4-FFF2-40B4-BE49-F238E27FC236}">
                <a16:creationId xmlns:a16="http://schemas.microsoft.com/office/drawing/2014/main" id="{28DE593A-4D20-7009-CF4A-ADD739529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8722" y="38958700"/>
            <a:ext cx="1778646" cy="177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140">
            <a:extLst>
              <a:ext uri="{FF2B5EF4-FFF2-40B4-BE49-F238E27FC236}">
                <a16:creationId xmlns:a16="http://schemas.microsoft.com/office/drawing/2014/main" id="{70BCB01C-8F0D-50E6-3D3A-FA65E5C1C81E}"/>
              </a:ext>
            </a:extLst>
          </p:cNvPr>
          <p:cNvSpPr txBox="1"/>
          <p:nvPr/>
        </p:nvSpPr>
        <p:spPr>
          <a:xfrm>
            <a:off x="15605126" y="38804842"/>
            <a:ext cx="7723797" cy="2630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/>
            <a:r>
              <a:rPr sz="2200" b="1" spc="11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>
              <a:lnSpc>
                <a:spcPts val="2403"/>
              </a:lnSpc>
              <a:spcBef>
                <a:spcPts val="487"/>
              </a:spcBef>
            </a:pPr>
            <a:r>
              <a:rPr lang="en-IN" sz="1914" spc="-32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914" spc="-32" dirty="0">
                <a:latin typeface="Arial" panose="020B0604020202020204" pitchFamily="34" charset="0"/>
                <a:cs typeface="Arial" panose="020B0604020202020204" pitchFamily="34" charset="0"/>
              </a:rPr>
              <a:t>Vestibulum 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efficitur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IN" sz="1914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21" dirty="0" err="1"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N" sz="1914" spc="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914" spc="-11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N" sz="1914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9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2371"/>
              </a:spcBef>
            </a:pPr>
            <a:r>
              <a:rPr lang="en-IN" sz="2200" b="1" spc="11" dirty="0">
                <a:latin typeface="Arial" panose="020B0604020202020204" pitchFamily="34" charset="0"/>
                <a:cs typeface="Arial" panose="020B0604020202020204" pitchFamily="34" charset="0"/>
              </a:rPr>
              <a:t>Disclosures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386212">
              <a:lnSpc>
                <a:spcPts val="2403"/>
              </a:lnSpc>
              <a:spcBef>
                <a:spcPts val="478"/>
              </a:spcBef>
            </a:pPr>
            <a:r>
              <a:rPr sz="1914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consectetur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adipiscing </a:t>
            </a:r>
            <a:r>
              <a:rPr sz="1914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</a:t>
            </a:r>
            <a:r>
              <a:rPr sz="1914" spc="-21" dirty="0">
                <a:latin typeface="Arial" panose="020B0604020202020204" pitchFamily="34" charset="0"/>
                <a:cs typeface="Arial" panose="020B0604020202020204" pitchFamily="34" charset="0"/>
              </a:rPr>
              <a:t>imperdiet </a:t>
            </a:r>
            <a:r>
              <a:rPr sz="1914" spc="-11" dirty="0">
                <a:latin typeface="Arial" panose="020B0604020202020204" pitchFamily="34" charset="0"/>
                <a:cs typeface="Arial" panose="020B0604020202020204" pitchFamily="34" charset="0"/>
              </a:rPr>
              <a:t>bibendum. </a:t>
            </a:r>
            <a:endParaRPr sz="19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41">
            <a:extLst>
              <a:ext uri="{FF2B5EF4-FFF2-40B4-BE49-F238E27FC236}">
                <a16:creationId xmlns:a16="http://schemas.microsoft.com/office/drawing/2014/main" id="{4164C8CF-F654-DA0D-8A14-3C6A56848820}"/>
              </a:ext>
            </a:extLst>
          </p:cNvPr>
          <p:cNvSpPr txBox="1"/>
          <p:nvPr/>
        </p:nvSpPr>
        <p:spPr>
          <a:xfrm>
            <a:off x="1249045" y="38804842"/>
            <a:ext cx="13389484" cy="268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665"/>
            <a:r>
              <a:rPr sz="22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540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008">
              <a:spcBef>
                <a:spcPts val="319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008" marR="90476">
              <a:lnSpc>
                <a:spcPct val="115399"/>
              </a:lnSpc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 </a:t>
            </a:r>
            <a:r>
              <a:rPr lang="en-US" sz="1808" b="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US" sz="180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7.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br>
              <a:rPr lang="en-US" sz="1808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8.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10.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808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>
              <a:spcBef>
                <a:spcPts val="340"/>
              </a:spcBef>
            </a:pP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12.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consectetur adipiscing </a:t>
            </a:r>
            <a:r>
              <a:rPr sz="1808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1808" b="1" spc="-11" dirty="0">
                <a:latin typeface="Arial" panose="020B0604020202020204" pitchFamily="34" charset="0"/>
                <a:cs typeface="Arial" panose="020B0604020202020204" pitchFamily="34" charset="0"/>
              </a:rPr>
              <a:t>13.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21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sz="1808" spc="-32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amet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sz="1808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8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808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9ED02FFD-C895-29F1-890A-35BFA50089EB}"/>
              </a:ext>
            </a:extLst>
          </p:cNvPr>
          <p:cNvSpPr txBox="1"/>
          <p:nvPr/>
        </p:nvSpPr>
        <p:spPr>
          <a:xfrm>
            <a:off x="26705169" y="849459"/>
            <a:ext cx="257883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lang="en-US" sz="3200" b="1" spc="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#</a:t>
            </a:r>
            <a:endParaRPr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ABE9EC-5D54-3B08-893E-824E2C6DF7E2}"/>
              </a:ext>
            </a:extLst>
          </p:cNvPr>
          <p:cNvGrpSpPr/>
          <p:nvPr/>
        </p:nvGrpSpPr>
        <p:grpSpPr>
          <a:xfrm>
            <a:off x="20350960" y="1589820"/>
            <a:ext cx="9008265" cy="4515557"/>
            <a:chOff x="20638380" y="1839522"/>
            <a:chExt cx="9008265" cy="4515557"/>
          </a:xfrm>
        </p:grpSpPr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BCD7CF26-6EF9-2EB7-6E7D-F5FA351E13A2}"/>
                </a:ext>
              </a:extLst>
            </p:cNvPr>
            <p:cNvSpPr/>
            <p:nvPr/>
          </p:nvSpPr>
          <p:spPr>
            <a:xfrm>
              <a:off x="20638380" y="1839522"/>
              <a:ext cx="9008265" cy="4515557"/>
            </a:xfrm>
            <a:custGeom>
              <a:avLst/>
              <a:gdLst/>
              <a:ahLst/>
              <a:cxnLst/>
              <a:rect l="l" t="t" r="r" b="b"/>
              <a:pathLst>
                <a:path w="4839969" h="2103754">
                  <a:moveTo>
                    <a:pt x="4743354" y="0"/>
                  </a:moveTo>
                  <a:lnTo>
                    <a:pt x="96259" y="0"/>
                  </a:lnTo>
                  <a:lnTo>
                    <a:pt x="58790" y="7564"/>
                  </a:lnTo>
                  <a:lnTo>
                    <a:pt x="28193" y="28193"/>
                  </a:lnTo>
                  <a:lnTo>
                    <a:pt x="7564" y="58790"/>
                  </a:lnTo>
                  <a:lnTo>
                    <a:pt x="0" y="96259"/>
                  </a:lnTo>
                  <a:lnTo>
                    <a:pt x="0" y="2007007"/>
                  </a:lnTo>
                  <a:lnTo>
                    <a:pt x="7564" y="2044475"/>
                  </a:lnTo>
                  <a:lnTo>
                    <a:pt x="28193" y="2075072"/>
                  </a:lnTo>
                  <a:lnTo>
                    <a:pt x="58790" y="2095701"/>
                  </a:lnTo>
                  <a:lnTo>
                    <a:pt x="96259" y="2103266"/>
                  </a:lnTo>
                  <a:lnTo>
                    <a:pt x="4743354" y="2103266"/>
                  </a:lnTo>
                  <a:lnTo>
                    <a:pt x="4780823" y="2095701"/>
                  </a:lnTo>
                  <a:lnTo>
                    <a:pt x="4811420" y="2075072"/>
                  </a:lnTo>
                  <a:lnTo>
                    <a:pt x="4832049" y="2044475"/>
                  </a:lnTo>
                  <a:lnTo>
                    <a:pt x="4839613" y="2007007"/>
                  </a:lnTo>
                  <a:lnTo>
                    <a:pt x="4839613" y="96259"/>
                  </a:lnTo>
                  <a:lnTo>
                    <a:pt x="4832049" y="58790"/>
                  </a:lnTo>
                  <a:lnTo>
                    <a:pt x="4811420" y="28193"/>
                  </a:lnTo>
                  <a:lnTo>
                    <a:pt x="4780823" y="7564"/>
                  </a:lnTo>
                  <a:lnTo>
                    <a:pt x="474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600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CDB3271C-4921-00C8-28A6-93A0DC8D164E}"/>
                </a:ext>
              </a:extLst>
            </p:cNvPr>
            <p:cNvSpPr txBox="1"/>
            <p:nvPr/>
          </p:nvSpPr>
          <p:spPr>
            <a:xfrm>
              <a:off x="20825781" y="2086451"/>
              <a:ext cx="8528804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4000" b="1" spc="-3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</a:t>
              </a:r>
              <a:r>
                <a:rPr sz="40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FINDINGS &amp; </a:t>
              </a:r>
              <a:r>
                <a:rPr sz="4000" b="1" spc="-5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  <a:endParaRPr sz="4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object 278">
              <a:extLst>
                <a:ext uri="{FF2B5EF4-FFF2-40B4-BE49-F238E27FC236}">
                  <a16:creationId xmlns:a16="http://schemas.microsoft.com/office/drawing/2014/main" id="{9DF37FAA-EF65-F7AE-168C-4E59594BB0E0}"/>
                </a:ext>
              </a:extLst>
            </p:cNvPr>
            <p:cNvSpPr txBox="1"/>
            <p:nvPr/>
          </p:nvSpPr>
          <p:spPr>
            <a:xfrm>
              <a:off x="20825781" y="2955496"/>
              <a:ext cx="8523696" cy="30777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2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sit amet,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consectetur adipiscing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elit. </a:t>
              </a:r>
              <a:endParaRPr lang="en-US" sz="2250" spc="-1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egestas massa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vitae  volutpat maximus.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ut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velit 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imperdiet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bibendum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29041" marR="10803" lvl="1" indent="-342900">
                <a:spcBef>
                  <a:spcPts val="923"/>
                </a:spcBef>
                <a:spcAft>
                  <a:spcPts val="300"/>
                </a:spcAft>
                <a:buFont typeface="Arial" panose="020B0604020202020204" pitchFamily="34" charset="0"/>
                <a:buChar char="–"/>
                <a:tabLst>
                  <a:tab pos="483438" algn="l"/>
                  <a:tab pos="484790" algn="l"/>
                </a:tabLst>
              </a:pPr>
              <a:r>
                <a:rPr lang="da-DK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dolor sit</a:t>
              </a:r>
              <a:r>
                <a:rPr lang="da-DK" sz="2250" spc="-74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</a:t>
              </a:r>
              <a:r>
                <a:rPr lang="en-US" sz="2250" spc="234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egestas</a:t>
              </a:r>
              <a:r>
                <a:rPr lang="da-DK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2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Lut</a:t>
              </a:r>
              <a:r>
                <a:rPr lang="en-US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11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tellus</a:t>
              </a:r>
              <a:r>
                <a:rPr lang="en-US" sz="2250" spc="-1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50" spc="-21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lorem.</a:t>
              </a:r>
            </a:p>
            <a:p>
              <a:pPr marL="355600" marR="5080" indent="-342900">
                <a:lnSpc>
                  <a:spcPct val="100000"/>
                </a:lnSpc>
                <a:spcBef>
                  <a:spcPts val="375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sz="2250" spc="-2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ipsum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 sit amet,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consectetur adipiscing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elit. Suspendisse egestas </a:t>
              </a:r>
              <a:r>
                <a:rPr sz="2250" spc="-10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massa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vitae</a:t>
              </a:r>
              <a:r>
                <a:rPr lang="en-US"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355600" marR="5080" indent="-342900">
                <a:lnSpc>
                  <a:spcPct val="100000"/>
                </a:lnSpc>
                <a:spcBef>
                  <a:spcPts val="375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lang="en-US"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olutpat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maximus.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Suspendisse </a:t>
              </a:r>
              <a:r>
                <a:rPr sz="2250" spc="-15" dirty="0" err="1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sz="2250" spc="-15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US" sz="2250" spc="-10" dirty="0">
                  <a:solidFill>
                    <a:srgbClr val="231F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1" name="object 291">
            <a:extLst>
              <a:ext uri="{FF2B5EF4-FFF2-40B4-BE49-F238E27FC236}">
                <a16:creationId xmlns:a16="http://schemas.microsoft.com/office/drawing/2014/main" id="{DFB22E83-7FF3-3DBD-8E92-0BF7B5006A52}"/>
              </a:ext>
            </a:extLst>
          </p:cNvPr>
          <p:cNvSpPr txBox="1"/>
          <p:nvPr/>
        </p:nvSpPr>
        <p:spPr>
          <a:xfrm>
            <a:off x="20427177" y="6405832"/>
            <a:ext cx="8744479" cy="628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study is sponsored </a:t>
            </a:r>
            <a:r>
              <a:rPr sz="20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z="200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Novartis Pharma</a:t>
            </a:r>
            <a:r>
              <a:rPr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endParaRPr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presented at </a:t>
            </a:r>
            <a:r>
              <a:rPr sz="2000" b="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Meeting name, held virtually on </a:t>
            </a:r>
            <a:r>
              <a:rPr sz="2000" b="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XX–XX </a:t>
            </a:r>
            <a:r>
              <a:rPr sz="2000" b="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r>
              <a:rPr sz="2000" b="0" spc="1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sz="2000" b="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286">
            <a:extLst>
              <a:ext uri="{FF2B5EF4-FFF2-40B4-BE49-F238E27FC236}">
                <a16:creationId xmlns:a16="http://schemas.microsoft.com/office/drawing/2014/main" id="{C25A1263-EDC9-7A49-2AE5-E14F1C0EDF09}"/>
              </a:ext>
            </a:extLst>
          </p:cNvPr>
          <p:cNvSpPr txBox="1"/>
          <p:nvPr/>
        </p:nvSpPr>
        <p:spPr>
          <a:xfrm>
            <a:off x="15605125" y="21169868"/>
            <a:ext cx="13754100" cy="3200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008" marR="10803">
              <a:spcBef>
                <a:spcPts val="923"/>
              </a:spcBef>
              <a:spcAft>
                <a:spcPts val="600"/>
              </a:spcAft>
              <a:tabLst>
                <a:tab pos="483438" algn="l"/>
                <a:tab pos="48479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Subsubheading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– 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233" b="1" spc="-11" dirty="0">
                <a:latin typeface="Arial" panose="020B0604020202020204" pitchFamily="34" charset="0"/>
                <a:cs typeface="Arial" panose="020B0604020202020204" pitchFamily="34" charset="0"/>
              </a:rPr>
              <a:t>figures 2</a:t>
            </a:r>
            <a:r>
              <a:rPr lang="en-IN" sz="2233" spc="-1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286">
            <a:extLst>
              <a:ext uri="{FF2B5EF4-FFF2-40B4-BE49-F238E27FC236}">
                <a16:creationId xmlns:a16="http://schemas.microsoft.com/office/drawing/2014/main" id="{FD8BA68A-30C1-F53C-6659-808AF603B5CE}"/>
              </a:ext>
            </a:extLst>
          </p:cNvPr>
          <p:cNvSpPr txBox="1"/>
          <p:nvPr/>
        </p:nvSpPr>
        <p:spPr>
          <a:xfrm>
            <a:off x="981302" y="31528380"/>
            <a:ext cx="13688786" cy="6790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Subheading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amet, consectetur adipiscing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elit.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Suspendisse egestas massa vitae volutpat maximus. Suspendisse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pretium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dolor ut velit  imperdiet bibendum.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Vestibulum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efficitur sagittis tellus eget aliquam. Quisque finibus </a:t>
            </a:r>
            <a:r>
              <a:rPr sz="2233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ac justo venenatis mattis.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8" marR="10803">
              <a:spcBef>
                <a:spcPts val="923"/>
              </a:spcBef>
              <a:spcAft>
                <a:spcPts val="600"/>
              </a:spcAft>
              <a:tabLst>
                <a:tab pos="483438" algn="l"/>
                <a:tab pos="48479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Subsubheading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Char char="•"/>
              <a:tabLst>
                <a:tab pos="483438" algn="l"/>
                <a:tab pos="484790" algn="l"/>
              </a:tabLst>
            </a:pP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Ut tellus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lorem,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posuere ut  semper quis, rhoncus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justo mollis,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viverra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libero sit amet,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auctor orci.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gravida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elementum leo. Suspendisse non convallis diam, vitae  </a:t>
            </a:r>
            <a:r>
              <a:rPr sz="2233" spc="-21" dirty="0">
                <a:latin typeface="Arial" panose="020B0604020202020204" pitchFamily="34" charset="0"/>
                <a:cs typeface="Arial" panose="020B0604020202020204" pitchFamily="34" charset="0"/>
              </a:rPr>
              <a:t>feugiat 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felis. Nam tellus nunc, vulputate vel semper sit </a:t>
            </a:r>
            <a:r>
              <a:rPr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2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spc="-1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marR="10803" lvl="1" indent="-342900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>
                <a:tab pos="483438" algn="l"/>
                <a:tab pos="484790" algn="l"/>
              </a:tabLst>
            </a:pPr>
            <a:r>
              <a:rPr lang="da-DK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ipsum dolor sit</a:t>
            </a:r>
            <a:r>
              <a:rPr lang="da-DK" sz="2233" spc="-7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amet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2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da-DK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lorem.</a:t>
            </a:r>
          </a:p>
          <a:p>
            <a:pPr marL="1077913" marR="10803" lvl="2" indent="-342900">
              <a:spcBef>
                <a:spcPts val="923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483438" algn="l"/>
                <a:tab pos="484790" algn="l"/>
              </a:tabLst>
            </a:pP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cursus lacinia. </a:t>
            </a:r>
          </a:p>
          <a:p>
            <a:pPr marL="295275" marR="10803" indent="-295275">
              <a:spcBef>
                <a:spcPts val="923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 lorem,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viverra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libero sit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, auctor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95275" indent="-295275">
              <a:spcBef>
                <a:spcPts val="266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83438" algn="l"/>
                <a:tab pos="484790" algn="l"/>
              </a:tabLst>
            </a:pP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Donec gravida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non convallis diam, vitae </a:t>
            </a:r>
            <a:r>
              <a:rPr lang="en-US" sz="2233" spc="-21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n-US" sz="2233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 Nam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nunc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 vel</a:t>
            </a:r>
            <a:r>
              <a:rPr lang="en-US" sz="2233" spc="3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33" spc="-11" dirty="0" err="1">
                <a:latin typeface="Arial" panose="020B0604020202020204" pitchFamily="34" charset="0"/>
                <a:cs typeface="Arial" panose="020B0604020202020204" pitchFamily="34" charset="0"/>
              </a:rPr>
              <a:t>sempe</a:t>
            </a:r>
            <a:r>
              <a:rPr lang="en-US" sz="2233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0DF714-5894-5CDC-CE6F-C5D90E745653}"/>
              </a:ext>
            </a:extLst>
          </p:cNvPr>
          <p:cNvCxnSpPr>
            <a:cxnSpLocks/>
          </p:cNvCxnSpPr>
          <p:nvPr/>
        </p:nvCxnSpPr>
        <p:spPr>
          <a:xfrm>
            <a:off x="915988" y="4485248"/>
            <a:ext cx="1767681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Envelope outline">
            <a:extLst>
              <a:ext uri="{FF2B5EF4-FFF2-40B4-BE49-F238E27FC236}">
                <a16:creationId xmlns:a16="http://schemas.microsoft.com/office/drawing/2014/main" id="{5613D65B-0554-84EC-9113-B3B07E943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342" y="839890"/>
            <a:ext cx="535842" cy="535842"/>
          </a:xfrm>
          <a:prstGeom prst="rect">
            <a:avLst/>
          </a:prstGeom>
        </p:spPr>
      </p:pic>
      <p:graphicFrame>
        <p:nvGraphicFramePr>
          <p:cNvPr id="29" name="object 55">
            <a:extLst>
              <a:ext uri="{FF2B5EF4-FFF2-40B4-BE49-F238E27FC236}">
                <a16:creationId xmlns:a16="http://schemas.microsoft.com/office/drawing/2014/main" id="{F62B837E-C168-8BA1-5319-9930CA4338C3}"/>
              </a:ext>
            </a:extLst>
          </p:cNvPr>
          <p:cNvGraphicFramePr>
            <a:graphicFrameLocks noGrp="1"/>
          </p:cNvGraphicFramePr>
          <p:nvPr/>
        </p:nvGraphicFramePr>
        <p:xfrm>
          <a:off x="15620084" y="15565747"/>
          <a:ext cx="13739139" cy="4539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4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5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073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Value1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Value2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Value3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175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2017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2018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2019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2021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09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2022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Measurement</a:t>
                      </a:r>
                      <a:r>
                        <a:rPr sz="220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2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4295" marB="0" anchor="ctr">
                    <a:lnT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AC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0">
            <a:extLst>
              <a:ext uri="{FF2B5EF4-FFF2-40B4-BE49-F238E27FC236}">
                <a16:creationId xmlns:a16="http://schemas.microsoft.com/office/drawing/2014/main" id="{8F02D8D0-F720-9C7B-6094-8AD1115A94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754494"/>
              </p:ext>
            </p:extLst>
          </p:nvPr>
        </p:nvGraphicFramePr>
        <p:xfrm>
          <a:off x="995296" y="23941755"/>
          <a:ext cx="13708800" cy="667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ontent Placeholder 10">
            <a:extLst>
              <a:ext uri="{FF2B5EF4-FFF2-40B4-BE49-F238E27FC236}">
                <a16:creationId xmlns:a16="http://schemas.microsoft.com/office/drawing/2014/main" id="{881B9280-FB18-FCF9-C7A9-89315D0943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685264"/>
              </p:ext>
            </p:extLst>
          </p:nvPr>
        </p:nvGraphicFramePr>
        <p:xfrm>
          <a:off x="15605125" y="25925105"/>
          <a:ext cx="13708800" cy="615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2703128"/>
      </p:ext>
    </p:extLst>
  </p:cSld>
  <p:clrMapOvr>
    <a:masterClrMapping/>
  </p:clrMapOvr>
</p:sld>
</file>

<file path=ppt/theme/theme1.xml><?xml version="1.0" encoding="utf-8"?>
<a:theme xmlns:a="http://schemas.openxmlformats.org/drawingml/2006/main" name="Novartis | Reimagining Medicine">
  <a:themeElements>
    <a:clrScheme name="Novartis 2026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rgbClr val="0460A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ovartis_PPT_16x9_Novartis_RM_Logo" id="{FECDEB66-9CE0-704E-BE84-DA3B331DA161}" vid="{8A11138C-249F-3A46-AAB6-73AA31FC4D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951503B6940F4FBA24E6B908E60593" ma:contentTypeVersion="3" ma:contentTypeDescription="Create a new document." ma:contentTypeScope="" ma:versionID="e39879e41e38a4bff075023a75ca23a6">
  <xsd:schema xmlns:xsd="http://www.w3.org/2001/XMLSchema" xmlns:xs="http://www.w3.org/2001/XMLSchema" xmlns:p="http://schemas.microsoft.com/office/2006/metadata/properties" xmlns:ns2="7b4bbc03-9a27-49c9-ad0f-0fff8c18c286" targetNamespace="http://schemas.microsoft.com/office/2006/metadata/properties" ma:root="true" ma:fieldsID="4f440c6f8aa6b60b8994a13cf02e0635" ns2:_="">
    <xsd:import namespace="7b4bbc03-9a27-49c9-ad0f-0fff8c18c2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bbc03-9a27-49c9-ad0f-0fff8c18c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4E3974-D23E-460E-9E1A-D48E95D4AA2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7b4bbc03-9a27-49c9-ad0f-0fff8c18c28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73D50F-CB1E-4103-8F06-D33BC20BA7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272E8C-13FA-4E43-B113-DEB389083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4bbc03-9a27-49c9-ad0f-0fff8c18c2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3178</Words>
  <Application>Microsoft Office PowerPoint</Application>
  <PresentationFormat>Custom</PresentationFormat>
  <Paragraphs>224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Novartis | Reimagining Medicine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Nadella, Rajesh</dc:creator>
  <cp:lastModifiedBy>Nair, Shalini</cp:lastModifiedBy>
  <cp:revision>18</cp:revision>
  <dcterms:created xsi:type="dcterms:W3CDTF">2024-01-24T08:06:32Z</dcterms:created>
  <dcterms:modified xsi:type="dcterms:W3CDTF">2026-09-18T10:13:19Z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9bec58-8084-492e-8360-0e1cfe36408c_Enabled">
    <vt:lpwstr>true</vt:lpwstr>
  </property>
  <property fmtid="{D5CDD505-2E9C-101B-9397-08002B2CF9AE}" pid="3" name="MSIP_Label_3c9bec58-8084-492e-8360-0e1cfe36408c_SetDate">
    <vt:lpwstr>2023-10-12T11:34:02Z</vt:lpwstr>
  </property>
  <property fmtid="{D5CDD505-2E9C-101B-9397-08002B2CF9AE}" pid="4" name="MSIP_Label_3c9bec58-8084-492e-8360-0e1cfe36408c_Method">
    <vt:lpwstr>Standard</vt:lpwstr>
  </property>
  <property fmtid="{D5CDD505-2E9C-101B-9397-08002B2CF9AE}" pid="5" name="MSIP_Label_3c9bec58-8084-492e-8360-0e1cfe36408c_Name">
    <vt:lpwstr>Not Protected -Pilot</vt:lpwstr>
  </property>
  <property fmtid="{D5CDD505-2E9C-101B-9397-08002B2CF9AE}" pid="6" name="MSIP_Label_3c9bec58-8084-492e-8360-0e1cfe36408c_SiteId">
    <vt:lpwstr>f35a6974-607f-47d4-82d7-ff31d7dc53a5</vt:lpwstr>
  </property>
  <property fmtid="{D5CDD505-2E9C-101B-9397-08002B2CF9AE}" pid="7" name="MSIP_Label_3c9bec58-8084-492e-8360-0e1cfe36408c_ActionId">
    <vt:lpwstr>9929b886-7866-4465-9bf7-3a0ab3cdd5a5</vt:lpwstr>
  </property>
  <property fmtid="{D5CDD505-2E9C-101B-9397-08002B2CF9AE}" pid="8" name="MSIP_Label_3c9bec58-8084-492e-8360-0e1cfe36408c_ContentBits">
    <vt:lpwstr>0</vt:lpwstr>
  </property>
  <property fmtid="{D5CDD505-2E9C-101B-9397-08002B2CF9AE}" pid="9" name="ContentTypeId">
    <vt:lpwstr>0x010100ED951503B6940F4FBA24E6B908E60593</vt:lpwstr>
  </property>
  <property fmtid="{D5CDD505-2E9C-101B-9397-08002B2CF9AE}" pid="10" name="MediaServiceImageTags">
    <vt:lpwstr/>
  </property>
</Properties>
</file>